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60" d="100"/>
          <a:sy n="60" d="100"/>
        </p:scale>
        <p:origin x="53" y="2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29309-D29A-C085-D3EB-45E092D03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CA2672-80DF-A994-6936-3CEC7B313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F8C12-123E-9DF8-F22C-132E0298E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1D41-15D4-4F8B-A278-A110E1E3E62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7F45A-86EF-0400-08CC-9C6DE41B9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7EC0B-EE83-785A-36E9-1CEBBAA90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E022C-EB60-41D0-B047-7D91C3AAE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0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15D13-75FB-B5C7-607F-CC01A7FDB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1F98B-0ACA-2E30-331F-9C3B3755F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8D1D6-0ED8-04F3-7EB4-A4BABD62C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1D41-15D4-4F8B-A278-A110E1E3E62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A9E96-345D-01F1-C684-4AC1131B8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FC954-24F3-15FA-B45E-FC93C7716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E022C-EB60-41D0-B047-7D91C3AAE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98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B4EA6-CF28-80D1-1B15-ADE7B92C0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A815A-C952-2790-D9F8-8C35F31CF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43594-D025-AB8B-D42F-51C115E63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1D41-15D4-4F8B-A278-A110E1E3E62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1103B-49A1-765F-622B-EBE94FE24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6BF13-3F6F-5204-6048-8D865518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E022C-EB60-41D0-B047-7D91C3AAE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156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02227-F1A2-F452-F227-9EAFDB3A9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8FECA-14EB-EBA8-4576-3679FCD76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C347C1-9ADD-68D7-8C20-0A6E5461D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7D0D63-E888-9C71-C9B3-1EFC21932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1D41-15D4-4F8B-A278-A110E1E3E62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65F6A-48DF-892D-B93F-64DD01790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C506C-BE85-5D46-55FB-81E667FBB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E022C-EB60-41D0-B047-7D91C3AAE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0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FF60B-B477-9B2F-F0AB-E31923985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FD416-8441-2E60-B50E-75BCFACD4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F25BF7-F6BA-5FCD-6B88-75867363E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6F6253-F6EA-E407-7960-D031D0AEAD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6229C8-37DB-2914-462B-8B5772050F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99FBF2-08AC-93DD-9341-A83922177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1D41-15D4-4F8B-A278-A110E1E3E62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DE605F-2BBF-0FC7-6B4F-ED6FFDA5A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5BF446-135C-FF93-ADBD-2F0B42EE8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E022C-EB60-41D0-B047-7D91C3AAE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064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39BAE-8876-A065-DD8B-671F24542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66DA6E-43D5-1EC1-A46D-7B5903436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1D41-15D4-4F8B-A278-A110E1E3E62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F547CB-A4D0-30B1-A512-5A8E340EA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297041-D596-9437-A212-10CA0E19C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E022C-EB60-41D0-B047-7D91C3AAE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748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EF4C69-909B-1170-C3EE-2AAAC9806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1D41-15D4-4F8B-A278-A110E1E3E62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F9E15A-836C-9F45-E7B7-31353DE17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5C127-DE13-EE45-76A3-C491C7A08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E022C-EB60-41D0-B047-7D91C3AAE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866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93899-1467-A8F3-B329-1EAE2838B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AF301-DA6D-55B6-E8D3-F3F1FB04D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939FCF-E255-24BE-9CCD-56AA49448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0BCFDB-7FDF-DC6C-3E0B-5FD637736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1D41-15D4-4F8B-A278-A110E1E3E62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6C1178-198D-8584-FED1-9D21D1194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3EC75-5400-308B-E47D-2A6C1704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E022C-EB60-41D0-B047-7D91C3AAE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18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690EE-296C-A77B-148E-06E875FB7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5FEE-5457-7ACE-6007-8907616BF9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4B97C-0DC1-8CFF-7BDB-611D3BF03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76773-5880-3594-06B4-B7F09BA33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1D41-15D4-4F8B-A278-A110E1E3E62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1A39C-C35B-10CA-5B51-5BC9ED147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977CBC-9E9D-AEC8-A661-AFE30192B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E022C-EB60-41D0-B047-7D91C3AAE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15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649AC-2471-C3AF-9FCC-86DCA3EAC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64182C-F397-BB08-18DF-331F0ABA7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8E2FF-B8AB-39B5-9E09-561478B81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1D41-15D4-4F8B-A278-A110E1E3E62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EAD73-D7CD-BF97-AB28-5F725165A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94E04-166A-173C-E2DC-E361BA3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E022C-EB60-41D0-B047-7D91C3AAE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002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5CE3F6-BFA4-1BD5-F7EC-58EC2977E3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A628F-DE34-5627-3735-80172C8FB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83933-2D0A-8F3C-3196-4A7208D1D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1D41-15D4-4F8B-A278-A110E1E3E62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036E0-9C5E-1CEC-78AE-8BDD7DB06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923C1-519F-7145-CB0C-9FFD5A88F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E022C-EB60-41D0-B047-7D91C3AAE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070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542746-5FCF-D0F1-43B2-E27B79437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CED6A-0214-C36A-3DBF-0850BAB34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43F3E-02D6-8271-C8A2-FEE58705D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BD1D41-15D4-4F8B-A278-A110E1E3E62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C0523-B276-D48C-4B76-1C6ABCDA04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50496-EF8F-1B2E-539C-5FB109723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6E022C-EB60-41D0-B047-7D91C3AAE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247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FD02E-8AF4-38D8-34FB-98A225B551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41003-799F-B5E9-4357-BC228E6DC6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52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Ye, Jason (kbu2nq)</dc:creator>
  <cp:lastModifiedBy>Ye, Jason (kbu2nq)</cp:lastModifiedBy>
  <cp:revision>1</cp:revision>
  <dcterms:created xsi:type="dcterms:W3CDTF">2026-04-24T01:11:05Z</dcterms:created>
  <dcterms:modified xsi:type="dcterms:W3CDTF">2026-04-24T01:11:46Z</dcterms:modified>
</cp:coreProperties>
</file>